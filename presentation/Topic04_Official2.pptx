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7dbcbcbe7542a0" /><Relationship Type="http://schemas.openxmlformats.org/officeDocument/2006/relationships/extended-properties" Target="/docProps/app.xml" Id="R2879e89fe7c44059" /><Relationship Type="http://schemas.openxmlformats.org/officeDocument/2006/relationships/officeDocument" Target="/ppt/presentation.xml" Id="R7851954ac8674d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d7e3d59723431f"/>
  </p:sldMasterIdLst>
  <p:notesMasterIdLst>
    <p:notesMasterId xmlns:r="http://schemas.openxmlformats.org/officeDocument/2006/relationships" r:id="Rd8d6c2e9795744d5"/>
  </p:notesMasterIdLst>
  <p:sldIdLst>
    <p:sldId xmlns:r="http://schemas.openxmlformats.org/officeDocument/2006/relationships" id="256" r:id="R8a4ddae9e9cf43ae"/>
    <p:sldId xmlns:r="http://schemas.openxmlformats.org/officeDocument/2006/relationships" id="257" r:id="Re7f6cb6208e1492f"/>
    <p:sldId xmlns:r="http://schemas.openxmlformats.org/officeDocument/2006/relationships" id="258" r:id="Rb753e0474d9142dc"/>
    <p:sldId xmlns:r="http://schemas.openxmlformats.org/officeDocument/2006/relationships" id="259" r:id="R68eff865a5024955"/>
    <p:sldId xmlns:r="http://schemas.openxmlformats.org/officeDocument/2006/relationships" id="260" r:id="R2838813b6b1f488c"/>
    <p:sldId xmlns:r="http://schemas.openxmlformats.org/officeDocument/2006/relationships" id="261" r:id="Ra91d4e3f3f694ffe"/>
    <p:sldId xmlns:r="http://schemas.openxmlformats.org/officeDocument/2006/relationships" id="262" r:id="Rc278ff79382b4232"/>
    <p:sldId xmlns:r="http://schemas.openxmlformats.org/officeDocument/2006/relationships" id="263" r:id="Re89b74e2f3ec4200"/>
    <p:sldId xmlns:r="http://schemas.openxmlformats.org/officeDocument/2006/relationships" id="264" r:id="R5dc46c39e5bf4872"/>
    <p:sldId xmlns:r="http://schemas.openxmlformats.org/officeDocument/2006/relationships" id="265" r:id="R519844af61fb4f23"/>
    <p:sldId xmlns:r="http://schemas.openxmlformats.org/officeDocument/2006/relationships" id="266" r:id="Rff958543645546eb"/>
    <p:sldId xmlns:r="http://schemas.openxmlformats.org/officeDocument/2006/relationships" id="267" r:id="R5e5f90435a0e4be4"/>
    <p:sldId xmlns:r="http://schemas.openxmlformats.org/officeDocument/2006/relationships" id="268" r:id="Re8252580ba774417"/>
    <p:sldId xmlns:r="http://schemas.openxmlformats.org/officeDocument/2006/relationships" id="269" r:id="Ra624f17576484403"/>
    <p:sldId xmlns:r="http://schemas.openxmlformats.org/officeDocument/2006/relationships" id="270" r:id="R197112a653c24e4a"/>
    <p:sldId xmlns:r="http://schemas.openxmlformats.org/officeDocument/2006/relationships" id="271" r:id="Rc6828fb3c08e42b7"/>
    <p:sldId xmlns:r="http://schemas.openxmlformats.org/officeDocument/2006/relationships" id="272" r:id="R05eef71081664062"/>
    <p:sldId xmlns:r="http://schemas.openxmlformats.org/officeDocument/2006/relationships" id="273" r:id="R45447228ca2d40ac"/>
    <p:sldId xmlns:r="http://schemas.openxmlformats.org/officeDocument/2006/relationships" id="274" r:id="R5bd98c1cf57d4a3e"/>
    <p:sldId xmlns:r="http://schemas.openxmlformats.org/officeDocument/2006/relationships" id="275" r:id="Ra25c9af42f7f4f73"/>
    <p:sldId xmlns:r="http://schemas.openxmlformats.org/officeDocument/2006/relationships" id="276" r:id="Rdb8cb66c09d64be8"/>
    <p:sldId xmlns:r="http://schemas.openxmlformats.org/officeDocument/2006/relationships" id="277" r:id="Re721527920954521"/>
    <p:sldId xmlns:r="http://schemas.openxmlformats.org/officeDocument/2006/relationships" id="278" r:id="R6ae8f225acc14240"/>
    <p:sldId xmlns:r="http://schemas.openxmlformats.org/officeDocument/2006/relationships" id="279" r:id="R01a38246bf3646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b53f44c23e496c" /><Relationship Type="http://schemas.openxmlformats.org/officeDocument/2006/relationships/slideMaster" Target="/ppt/slideMasters/slideMaster1.xml" Id="Rb6d7e3d59723431f" /><Relationship Type="http://schemas.openxmlformats.org/officeDocument/2006/relationships/notesMaster" Target="/ppt/notesMasters/notesMaster1.xml" Id="Rd8d6c2e9795744d5" /><Relationship Type="http://schemas.openxmlformats.org/officeDocument/2006/relationships/presProps" Target="/ppt/presProps.xml" Id="Rb4282fe1043b4145" /><Relationship Type="http://schemas.openxmlformats.org/officeDocument/2006/relationships/viewProps" Target="/ppt/viewProps.xml" Id="R917543e1d3db471b" /><Relationship Type="http://schemas.openxmlformats.org/officeDocument/2006/relationships/tableStyles" Target="/ppt/tableStyles.xml" Id="R9ee78540e3df48ed" /><Relationship Type="http://schemas.openxmlformats.org/officeDocument/2006/relationships/slide" Target="/ppt/slides/slide1.xml" Id="R8a4ddae9e9cf43ae" /><Relationship Type="http://schemas.openxmlformats.org/officeDocument/2006/relationships/slide" Target="/ppt/slides/slide2.xml" Id="Re7f6cb6208e1492f" /><Relationship Type="http://schemas.openxmlformats.org/officeDocument/2006/relationships/slide" Target="/ppt/slides/slide3.xml" Id="Rb753e0474d9142dc" /><Relationship Type="http://schemas.openxmlformats.org/officeDocument/2006/relationships/slide" Target="/ppt/slides/slide4.xml" Id="R68eff865a5024955" /><Relationship Type="http://schemas.openxmlformats.org/officeDocument/2006/relationships/slide" Target="/ppt/slides/slide5.xml" Id="R2838813b6b1f488c" /><Relationship Type="http://schemas.openxmlformats.org/officeDocument/2006/relationships/slide" Target="/ppt/slides/slide6.xml" Id="Ra91d4e3f3f694ffe" /><Relationship Type="http://schemas.openxmlformats.org/officeDocument/2006/relationships/slide" Target="/ppt/slides/slide7.xml" Id="Rc278ff79382b4232" /><Relationship Type="http://schemas.openxmlformats.org/officeDocument/2006/relationships/slide" Target="/ppt/slides/slide8.xml" Id="Re89b74e2f3ec4200" /><Relationship Type="http://schemas.openxmlformats.org/officeDocument/2006/relationships/slide" Target="/ppt/slides/slide9.xml" Id="R5dc46c39e5bf4872" /><Relationship Type="http://schemas.openxmlformats.org/officeDocument/2006/relationships/slide" Target="/ppt/slides/slide10.xml" Id="R519844af61fb4f23" /><Relationship Type="http://schemas.openxmlformats.org/officeDocument/2006/relationships/slide" Target="/ppt/slides/slide11.xml" Id="Rff958543645546eb" /><Relationship Type="http://schemas.openxmlformats.org/officeDocument/2006/relationships/slide" Target="/ppt/slides/slide12.xml" Id="R5e5f90435a0e4be4" /><Relationship Type="http://schemas.openxmlformats.org/officeDocument/2006/relationships/slide" Target="/ppt/slides/slide13.xml" Id="Re8252580ba774417" /><Relationship Type="http://schemas.openxmlformats.org/officeDocument/2006/relationships/slide" Target="/ppt/slides/slide14.xml" Id="Ra624f17576484403" /><Relationship Type="http://schemas.openxmlformats.org/officeDocument/2006/relationships/slide" Target="/ppt/slides/slide15.xml" Id="R197112a653c24e4a" /><Relationship Type="http://schemas.openxmlformats.org/officeDocument/2006/relationships/slide" Target="/ppt/slides/slide16.xml" Id="Rc6828fb3c08e42b7" /><Relationship Type="http://schemas.openxmlformats.org/officeDocument/2006/relationships/slide" Target="/ppt/slides/slide17.xml" Id="R05eef71081664062" /><Relationship Type="http://schemas.openxmlformats.org/officeDocument/2006/relationships/slide" Target="/ppt/slides/slide18.xml" Id="R45447228ca2d40ac" /><Relationship Type="http://schemas.openxmlformats.org/officeDocument/2006/relationships/slide" Target="/ppt/slides/slide19.xml" Id="R5bd98c1cf57d4a3e" /><Relationship Type="http://schemas.openxmlformats.org/officeDocument/2006/relationships/slide" Target="/ppt/slides/slide20.xml" Id="Ra25c9af42f7f4f73" /><Relationship Type="http://schemas.openxmlformats.org/officeDocument/2006/relationships/slide" Target="/ppt/slides/slide21.xml" Id="Rdb8cb66c09d64be8" /><Relationship Type="http://schemas.openxmlformats.org/officeDocument/2006/relationships/slide" Target="/ppt/slides/slide22.xml" Id="Re721527920954521" /><Relationship Type="http://schemas.openxmlformats.org/officeDocument/2006/relationships/slide" Target="/ppt/slides/slide23.xml" Id="R6ae8f225acc14240" /><Relationship Type="http://schemas.openxmlformats.org/officeDocument/2006/relationships/slide" Target="/ppt/slides/slide24.xml" Id="R01a38246bf3646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1080b303f64b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arlow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arlow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46f3395bf6470f" /><Relationship Type="http://schemas.openxmlformats.org/officeDocument/2006/relationships/notesMaster" Target="/ppt/notesMasters/notesMaster1.xml" Id="Rb39643241d3542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e103ff185b4716" /><Relationship Type="http://schemas.openxmlformats.org/officeDocument/2006/relationships/notesMaster" Target="/ppt/notesMasters/notesMaster1.xml" Id="R5608ad71a68d49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71303637dc4a63" /><Relationship Type="http://schemas.openxmlformats.org/officeDocument/2006/relationships/notesMaster" Target="/ppt/notesMasters/notesMaster1.xml" Id="R5e095738746e4b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ecf5d2c58e4f1c" /><Relationship Type="http://schemas.openxmlformats.org/officeDocument/2006/relationships/notesMaster" Target="/ppt/notesMasters/notesMaster1.xml" Id="R76901d4850c046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c27926bb9945bc" /><Relationship Type="http://schemas.openxmlformats.org/officeDocument/2006/relationships/notesMaster" Target="/ppt/notesMasters/notesMaster1.xml" Id="R48c0f49dfea549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f2575b0eda4b78" /><Relationship Type="http://schemas.openxmlformats.org/officeDocument/2006/relationships/notesMaster" Target="/ppt/notesMasters/notesMaster1.xml" Id="R3b3a0409b6714a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2b41d5437b4560" /><Relationship Type="http://schemas.openxmlformats.org/officeDocument/2006/relationships/notesMaster" Target="/ppt/notesMasters/notesMaster1.xml" Id="Rb54a87dfc89142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662a704adb4182" /><Relationship Type="http://schemas.openxmlformats.org/officeDocument/2006/relationships/notesMaster" Target="/ppt/notesMasters/notesMaster1.xml" Id="R611dbd0e722c4b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079aa5865e4125" /><Relationship Type="http://schemas.openxmlformats.org/officeDocument/2006/relationships/notesMaster" Target="/ppt/notesMasters/notesMaster1.xml" Id="R231fbefac0bc43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80a8b6ea5fd4a3d" /><Relationship Type="http://schemas.openxmlformats.org/officeDocument/2006/relationships/notesMaster" Target="/ppt/notesMasters/notesMaster1.xml" Id="Re54aad423005441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738075d22174a8f" /><Relationship Type="http://schemas.openxmlformats.org/officeDocument/2006/relationships/notesMaster" Target="/ppt/notesMasters/notesMaster1.xml" Id="R7b7564ccee07467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e48c7a24f704a8b" /><Relationship Type="http://schemas.openxmlformats.org/officeDocument/2006/relationships/notesMaster" Target="/ppt/notesMasters/notesMaster1.xml" Id="R727304d128b5495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38bcbd3237d4c99" /><Relationship Type="http://schemas.openxmlformats.org/officeDocument/2006/relationships/notesMaster" Target="/ppt/notesMasters/notesMaster1.xml" Id="R6349479b62674f4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6cd869bba2d445e" /><Relationship Type="http://schemas.openxmlformats.org/officeDocument/2006/relationships/notesMaster" Target="/ppt/notesMasters/notesMaster1.xml" Id="R4217e4277afc4f5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24b4c2387c043a3" /><Relationship Type="http://schemas.openxmlformats.org/officeDocument/2006/relationships/notesMaster" Target="/ppt/notesMasters/notesMaster1.xml" Id="Ra6dd9a050014424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5e07ae67bc5420c" /><Relationship Type="http://schemas.openxmlformats.org/officeDocument/2006/relationships/notesMaster" Target="/ppt/notesMasters/notesMaster1.xml" Id="R6765eabfbc73446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89d369655e84920" /><Relationship Type="http://schemas.openxmlformats.org/officeDocument/2006/relationships/notesMaster" Target="/ppt/notesMasters/notesMaster1.xml" Id="Rb193a3d7c292474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665b9421e3445b3" /><Relationship Type="http://schemas.openxmlformats.org/officeDocument/2006/relationships/notesMaster" Target="/ppt/notesMasters/notesMaster1.xml" Id="R44d15ed0a01041f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36d8eccd6444a74" /><Relationship Type="http://schemas.openxmlformats.org/officeDocument/2006/relationships/notesMaster" Target="/ppt/notesMasters/notesMaster1.xml" Id="R60c9eb18f18b4a7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ace1bd1e32240c9" /><Relationship Type="http://schemas.openxmlformats.org/officeDocument/2006/relationships/notesMaster" Target="/ppt/notesMasters/notesMaster1.xml" Id="Rafb0617681fd495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63d25a60719450f" /><Relationship Type="http://schemas.openxmlformats.org/officeDocument/2006/relationships/notesMaster" Target="/ppt/notesMasters/notesMaster1.xml" Id="R298bf859bd63426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d81bcfe6e704179" /><Relationship Type="http://schemas.openxmlformats.org/officeDocument/2006/relationships/notesMaster" Target="/ppt/notesMasters/notesMaster1.xml" Id="Rffaaf0edf9094b8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8cccba0bad7469b" /><Relationship Type="http://schemas.openxmlformats.org/officeDocument/2006/relationships/notesMaster" Target="/ppt/notesMasters/notesMaster1.xml" Id="Ra8d8fa0325ae422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32021d21d764f7c" /><Relationship Type="http://schemas.openxmlformats.org/officeDocument/2006/relationships/notesMaster" Target="/ppt/notesMasters/notesMaster1.xml" Id="R88332742429445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Ghi chú thuyết trình chi tiết: xem mục Slide 01 trong ScriptTTrinh.md.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BaiTapTopic04.docx</a:t>
            </a:r>
          </a:p>
          <a:p xmlns:a="http://schemas.openxmlformats.org/drawingml/2006/main">
            <a:r>
              <a:t>- Local: BaiTapTopic04.docx và các README/source/tests Lab01-Lab06</a:t>
            </a:r>
          </a:p>
          <a:p xmlns:a="http://schemas.openxmlformats.org/drawingml/2006/main">
            <a:r>
              <a:t>- https://github.com/zarazhangrui/beautiful-html-templates/tree/main/templates/broadside/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Ghi chú thuyết trình chi tiết: xem mục Slide 02 trong ScriptTTrinh.md.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BaiTapTopic04.docx</a:t>
            </a:r>
          </a:p>
          <a:p xmlns:a="http://schemas.openxmlformats.org/drawingml/2006/main">
            <a:r>
              <a:t>- Local: BaiTapTopic04.docx và các README/source/tests Lab01-Lab06</a:t>
            </a:r>
          </a:p>
          <a:p xmlns:a="http://schemas.openxmlformats.org/drawingml/2006/main">
            <a:r>
              <a:t>- https://github.com/zarazhangrui/beautiful-html-templates/tree/main/templates/broadside/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Ghi chú thuyết trình chi tiết: xem mục Slide 03 trong ScriptTTrinh.md.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BaiTapTopic04.docx</a:t>
            </a:r>
          </a:p>
          <a:p xmlns:a="http://schemas.openxmlformats.org/drawingml/2006/main">
            <a:r>
              <a:t>- Local: Lab01/README.md và source/tests liên quan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Ghi chú thuyết trình chi tiết: xem mục Slide 04 trong ScriptTTrinh.md.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BaiTapTopic04.docx</a:t>
            </a:r>
          </a:p>
          <a:p xmlns:a="http://schemas.openxmlformats.org/drawingml/2006/main">
            <a:r>
              <a:t>- Local: Lab01/README.md và source/tests liên quan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Ghi chú thuyết trình chi tiết: xem mục Slide 05 trong ScriptTTrinh.md.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BaiTapTopic04.docx</a:t>
            </a:r>
          </a:p>
          <a:p xmlns:a="http://schemas.openxmlformats.org/drawingml/2006/main">
            <a:r>
              <a:t>- Local: Lab01/README.md và source/tests liên quan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Ghi chú thuyết trình chi tiết: xem mục Slide 06 trong ScriptTTrinh.md.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BaiTapTopic04.docx</a:t>
            </a:r>
          </a:p>
          <a:p xmlns:a="http://schemas.openxmlformats.org/drawingml/2006/main">
            <a:r>
              <a:t>- Local: Lab02/README.md và source/tests liên quan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Ghi chú thuyết trình chi tiết: xem mục Slide 07 trong ScriptTTrinh.md.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BaiTapTopic04.docx</a:t>
            </a:r>
          </a:p>
          <a:p xmlns:a="http://schemas.openxmlformats.org/drawingml/2006/main">
            <a:r>
              <a:t>- Local: Lab02/README.md và source/tests liên quan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Ghi chú thuyết trình chi tiết: xem mục Slide 08 trong ScriptTTrinh.md.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BaiTapTopic04.docx</a:t>
            </a:r>
          </a:p>
          <a:p xmlns:a="http://schemas.openxmlformats.org/drawingml/2006/main">
            <a:r>
              <a:t>- Local: Lab02/README.md và source/tests liên quan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Ghi chú thuyết trình chi tiết: xem mục Slide 09 trong ScriptTTrinh.md.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BaiTapTopic04.docx</a:t>
            </a:r>
          </a:p>
          <a:p xmlns:a="http://schemas.openxmlformats.org/drawingml/2006/main">
            <a:r>
              <a:t>- Local: Lab03/README.md và source/tests liên quan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Ghi chú thuyết trình chi tiết: xem mục Slide 10 trong ScriptTTrinh.md.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BaiTapTopic04.docx</a:t>
            </a:r>
          </a:p>
          <a:p xmlns:a="http://schemas.openxmlformats.org/drawingml/2006/main">
            <a:r>
              <a:t>- Local: Lab03/README.md và source/tests liên quan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Ghi chú thuyết trình chi tiết: xem mục Slide 11 trong ScriptTTrinh.md.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BaiTapTopic04.docx</a:t>
            </a:r>
          </a:p>
          <a:p xmlns:a="http://schemas.openxmlformats.org/drawingml/2006/main">
            <a:r>
              <a:t>- Local: Lab03/README.md và source/tests liên quan</a:t>
            </a:r>
          </a:p>
          <a:p xmlns:a="http://schemas.openxmlformats.org/drawingml/2006/main">
            <a:r>
              <a:t>- https://owasp.org/Top10/2025/A01_2025-Broken_Access_Control/</a:t>
            </a:r>
          </a:p>
          <a:p xmlns:a="http://schemas.openxmlformats.org/drawingml/2006/main">
            <a:r>
              <a:t>- https://owasp.org/API-Security/editions/2023/en/0xa1-broken-object-level-authorization/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Ghi chú thuyết trình chi tiết: xem mục Slide 12 trong ScriptTTrinh.md.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BaiTapTopic04.docx</a:t>
            </a:r>
          </a:p>
          <a:p xmlns:a="http://schemas.openxmlformats.org/drawingml/2006/main">
            <a:r>
              <a:t>- Local: Lab04/README.md và source/tests liên quan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Ghi chú thuyết trình chi tiết: xem mục Slide 13 trong ScriptTTrinh.md.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BaiTapTopic04.docx</a:t>
            </a:r>
          </a:p>
          <a:p xmlns:a="http://schemas.openxmlformats.org/drawingml/2006/main">
            <a:r>
              <a:t>- Local: Lab04/README.md và source/tests liên quan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Ghi chú thuyết trình chi tiết: xem mục Slide 14 trong ScriptTTrinh.md.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BaiTapTopic04.docx</a:t>
            </a:r>
          </a:p>
          <a:p xmlns:a="http://schemas.openxmlformats.org/drawingml/2006/main">
            <a:r>
              <a:t>- Local: Lab04/README.md và source/tests liên quan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Ghi chú thuyết trình chi tiết: xem mục Slide 15 trong ScriptTTrinh.md.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BaiTapTopic04.docx</a:t>
            </a:r>
          </a:p>
          <a:p xmlns:a="http://schemas.openxmlformats.org/drawingml/2006/main">
            <a:r>
              <a:t>- Local: Lab05/README.md và source/tests liên quan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Ghi chú thuyết trình chi tiết: xem mục Slide 16 trong ScriptTTrinh.md.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BaiTapTopic04.docx</a:t>
            </a:r>
          </a:p>
          <a:p xmlns:a="http://schemas.openxmlformats.org/drawingml/2006/main">
            <a:r>
              <a:t>- Local: Lab05/README.md và source/tests liên quan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Ghi chú thuyết trình chi tiết: xem mục Slide 17 trong ScriptTTrinh.md.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BaiTapTopic04.docx</a:t>
            </a:r>
          </a:p>
          <a:p xmlns:a="http://schemas.openxmlformats.org/drawingml/2006/main">
            <a:r>
              <a:t>- Local: Lab05/README.md và source/tests liên quan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Ghi chú thuyết trình chi tiết: xem mục Slide 18 trong ScriptTTrinh.md.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BaiTapTopic04.docx</a:t>
            </a:r>
          </a:p>
          <a:p xmlns:a="http://schemas.openxmlformats.org/drawingml/2006/main">
            <a:r>
              <a:t>- Local: Lab06/README.md và source/tests liên quan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Ghi chú thuyết trình chi tiết: xem mục Slide 19 trong ScriptTTrinh.md.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BaiTapTopic04.docx</a:t>
            </a:r>
          </a:p>
          <a:p xmlns:a="http://schemas.openxmlformats.org/drawingml/2006/main">
            <a:r>
              <a:t>- Local: Lab06/README.md và source/tests liên quan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Ghi chú thuyết trình chi tiết: xem mục Slide 20 trong ScriptTTrinh.md.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BaiTapTopic04.docx</a:t>
            </a:r>
          </a:p>
          <a:p xmlns:a="http://schemas.openxmlformats.org/drawingml/2006/main">
            <a:r>
              <a:t>- Local: Lab06/README.md và source/tests liên quan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Ghi chú thuyết trình chi tiết: xem mục Slide 21 trong ScriptTTrinh.md.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BaiTapTopic04.docx</a:t>
            </a:r>
          </a:p>
          <a:p xmlns:a="http://schemas.openxmlformats.org/drawingml/2006/main">
            <a:r>
              <a:t>- Local: BaiTapTopic04.docx và các README/source/tests Lab01-Lab06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Ghi chú thuyết trình chi tiết: xem mục Slide 22 trong ScriptTTrinh.md.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BaiTapTopic04.docx</a:t>
            </a:r>
          </a:p>
          <a:p xmlns:a="http://schemas.openxmlformats.org/drawingml/2006/main">
            <a:r>
              <a:t>- Local: BaiTapTopic04.docx và các README/source/tests Lab01-Lab06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Ghi chú thuyết trình chi tiết: xem mục Slide 23 trong ScriptTTrinh.md.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BaiTapTopic04.docx</a:t>
            </a:r>
          </a:p>
          <a:p xmlns:a="http://schemas.openxmlformats.org/drawingml/2006/main">
            <a:r>
              <a:t>- Local: BaiTapTopic04.docx và các README/source/tests Lab01-Lab06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Ghi chú thuyết trình chi tiết: xem mục Slide 24 trong ScriptTTrinh.md.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BaiTapTopic04.docx</a:t>
            </a:r>
          </a:p>
          <a:p xmlns:a="http://schemas.openxmlformats.org/drawingml/2006/main">
            <a:r>
              <a:t>- Local: BaiTapTopic04.docx và các README/source/tests Lab01-Lab06</a:t>
            </a:r>
          </a:p>
          <a:p xmlns:a="http://schemas.openxmlformats.org/drawingml/2006/main">
            <a:r>
              <a:t>- https://github.com/zarazhangrui/beautiful-html-templates/tree/main/templates/broadside/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76b2ad67a741d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e784f2d52f4136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FULL_BLEED"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3DFDBC4-1BE8-4356-8B15-011A0D23782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0" y="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">
                <a:solidFill>
                  <a:srgbClr val="111111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1002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d542770a2842ab" /><Relationship Type="http://schemas.openxmlformats.org/officeDocument/2006/relationships/slideLayout" Target="/ppt/slideLayouts/slideLayout1.xml" Id="R02e4169076b84b75" /><Relationship Type="http://schemas.openxmlformats.org/officeDocument/2006/relationships/slideLayout" Target="/ppt/slideLayouts/slideLayout2.xml" Id="Ra445093960664f8a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87E8E66-6183-478D-97A1-2BD3D596179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0" y="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">
                <a:solidFill>
                  <a:srgbClr val="111111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null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e4169076b84b75"/>
    <p:sldLayoutId xmlns:r="http://schemas.openxmlformats.org/officeDocument/2006/relationships" id="2147483650" r:id="Ra445093960664f8a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arlow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arlow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1491a87f6e4b7c" /><Relationship Type="http://schemas.openxmlformats.org/officeDocument/2006/relationships/image" Target="/ppt/media/image.png" Id="R6016ceaa04fe4206" /><Relationship Type="http://schemas.openxmlformats.org/officeDocument/2006/relationships/notesSlide" Target="/ppt/notesSlides/notesSlide1.xml" Id="R7a79dea4247847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1e01467eab4b98" /><Relationship Type="http://schemas.openxmlformats.org/officeDocument/2006/relationships/image" Target="/ppt/media/image2.png" Id="R89827479072349e8" /><Relationship Type="http://schemas.openxmlformats.org/officeDocument/2006/relationships/notesSlide" Target="/ppt/notesSlides/notesSlide2.xml" Id="Ra8fd918614494f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09e038839b4ba1" /><Relationship Type="http://schemas.openxmlformats.org/officeDocument/2006/relationships/image" Target="/ppt/media/image3.png" Id="Rb6bc27b1d8474e5b" /><Relationship Type="http://schemas.openxmlformats.org/officeDocument/2006/relationships/notesSlide" Target="/ppt/notesSlides/notesSlide3.xml" Id="Ra3baf61ae85348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3e9c5d3ddb4abc" /><Relationship Type="http://schemas.openxmlformats.org/officeDocument/2006/relationships/image" Target="/ppt/media/image4.png" Id="R7220007706db4240" /><Relationship Type="http://schemas.openxmlformats.org/officeDocument/2006/relationships/notesSlide" Target="/ppt/notesSlides/notesSlide4.xml" Id="Rc274bc30250444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6adcc55e614331" /><Relationship Type="http://schemas.openxmlformats.org/officeDocument/2006/relationships/image" Target="/ppt/media/image5.png" Id="R815fef95d41246fb" /><Relationship Type="http://schemas.openxmlformats.org/officeDocument/2006/relationships/notesSlide" Target="/ppt/notesSlides/notesSlide5.xml" Id="R84e5d9e418d443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c63a1d5a9f4bbc" /><Relationship Type="http://schemas.openxmlformats.org/officeDocument/2006/relationships/image" Target="/ppt/media/image6.png" Id="R2c312ecc13d44fb4" /><Relationship Type="http://schemas.openxmlformats.org/officeDocument/2006/relationships/notesSlide" Target="/ppt/notesSlides/notesSlide6.xml" Id="Re5c89eb1a5a54b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902fdb19f841f5" /><Relationship Type="http://schemas.openxmlformats.org/officeDocument/2006/relationships/image" Target="/ppt/media/image7.png" Id="R7492461b4dba49e7" /><Relationship Type="http://schemas.openxmlformats.org/officeDocument/2006/relationships/notesSlide" Target="/ppt/notesSlides/notesSlide7.xml" Id="Rd99ea82a6ea84a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babe9835fe4f10" /><Relationship Type="http://schemas.openxmlformats.org/officeDocument/2006/relationships/image" Target="/ppt/media/image8.png" Id="R7044be98b59d4d73" /><Relationship Type="http://schemas.openxmlformats.org/officeDocument/2006/relationships/notesSlide" Target="/ppt/notesSlides/notesSlide8.xml" Id="R14f90b6a802e4af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a427ccf02343a5" /><Relationship Type="http://schemas.openxmlformats.org/officeDocument/2006/relationships/image" Target="/ppt/media/image9.png" Id="Rdf1857bbfc4c4bb5" /><Relationship Type="http://schemas.openxmlformats.org/officeDocument/2006/relationships/notesSlide" Target="/ppt/notesSlides/notesSlide9.xml" Id="R2432e8a6329345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61d41472ac40c3" /><Relationship Type="http://schemas.openxmlformats.org/officeDocument/2006/relationships/image" Target="/ppt/media/image10.png" Id="R8bdcf69ad24a4d92" /><Relationship Type="http://schemas.openxmlformats.org/officeDocument/2006/relationships/notesSlide" Target="/ppt/notesSlides/notesSlide10.xml" Id="R293e018221eb492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d4b121d4df483a" /><Relationship Type="http://schemas.openxmlformats.org/officeDocument/2006/relationships/image" Target="/ppt/media/image11.png" Id="R99a2a9158b194796" /><Relationship Type="http://schemas.openxmlformats.org/officeDocument/2006/relationships/notesSlide" Target="/ppt/notesSlides/notesSlide11.xml" Id="R17a09546f0654a2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0d7a2906cd4912" /><Relationship Type="http://schemas.openxmlformats.org/officeDocument/2006/relationships/image" Target="/ppt/media/image12.png" Id="R02850500503c41da" /><Relationship Type="http://schemas.openxmlformats.org/officeDocument/2006/relationships/notesSlide" Target="/ppt/notesSlides/notesSlide12.xml" Id="Rcfd244ca30fb4a3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3af369f99a4120" /><Relationship Type="http://schemas.openxmlformats.org/officeDocument/2006/relationships/image" Target="/ppt/media/image13.png" Id="R164b589ccce54346" /><Relationship Type="http://schemas.openxmlformats.org/officeDocument/2006/relationships/notesSlide" Target="/ppt/notesSlides/notesSlide13.xml" Id="R67faaabb49fe4f1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eadbf4a7fe435c" /><Relationship Type="http://schemas.openxmlformats.org/officeDocument/2006/relationships/image" Target="/ppt/media/image14.png" Id="Raf757ef989fe41d7" /><Relationship Type="http://schemas.openxmlformats.org/officeDocument/2006/relationships/notesSlide" Target="/ppt/notesSlides/notesSlide14.xml" Id="Rd774d7dba97740a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6fd5e730df46d6" /><Relationship Type="http://schemas.openxmlformats.org/officeDocument/2006/relationships/image" Target="/ppt/media/image15.png" Id="R0dfe4fd4d0be4205" /><Relationship Type="http://schemas.openxmlformats.org/officeDocument/2006/relationships/notesSlide" Target="/ppt/notesSlides/notesSlide15.xml" Id="R0c1c72706a19454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45c41a62104eff" /><Relationship Type="http://schemas.openxmlformats.org/officeDocument/2006/relationships/image" Target="/ppt/media/image16.png" Id="Rdab8e0ad369b4cda" /><Relationship Type="http://schemas.openxmlformats.org/officeDocument/2006/relationships/notesSlide" Target="/ppt/notesSlides/notesSlide16.xml" Id="Rd0dcfb1241984de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54004568784233" /><Relationship Type="http://schemas.openxmlformats.org/officeDocument/2006/relationships/image" Target="/ppt/media/image17.png" Id="R1b21bf6b6c9d4d76" /><Relationship Type="http://schemas.openxmlformats.org/officeDocument/2006/relationships/notesSlide" Target="/ppt/notesSlides/notesSlide17.xml" Id="Rf47f9f765e274cf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3280074032449b" /><Relationship Type="http://schemas.openxmlformats.org/officeDocument/2006/relationships/image" Target="/ppt/media/image18.png" Id="Rc0548b7673e548e7" /><Relationship Type="http://schemas.openxmlformats.org/officeDocument/2006/relationships/notesSlide" Target="/ppt/notesSlides/notesSlide18.xml" Id="R05bb802c78f64f5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68693d50d342a0" /><Relationship Type="http://schemas.openxmlformats.org/officeDocument/2006/relationships/image" Target="/ppt/media/image19.png" Id="Rdd596c54439543ae" /><Relationship Type="http://schemas.openxmlformats.org/officeDocument/2006/relationships/notesSlide" Target="/ppt/notesSlides/notesSlide19.xml" Id="Rbc16b4fe9c0a47f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794225a87447c5" /><Relationship Type="http://schemas.openxmlformats.org/officeDocument/2006/relationships/image" Target="/ppt/media/image20.png" Id="R41ca22d93d39475c" /><Relationship Type="http://schemas.openxmlformats.org/officeDocument/2006/relationships/notesSlide" Target="/ppt/notesSlides/notesSlide20.xml" Id="R2fa8c1da599a476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32f9d915a348d8" /><Relationship Type="http://schemas.openxmlformats.org/officeDocument/2006/relationships/image" Target="/ppt/media/image21.png" Id="R12a40eb187cc476d" /><Relationship Type="http://schemas.openxmlformats.org/officeDocument/2006/relationships/notesSlide" Target="/ppt/notesSlides/notesSlide21.xml" Id="Rbcdd6c66692c4f3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8dadbdf55b45aa" /><Relationship Type="http://schemas.openxmlformats.org/officeDocument/2006/relationships/image" Target="/ppt/media/image22.png" Id="R97fb82bb00484578" /><Relationship Type="http://schemas.openxmlformats.org/officeDocument/2006/relationships/notesSlide" Target="/ppt/notesSlides/notesSlide22.xml" Id="R1aea2007cfe54e3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bf11861487436a" /><Relationship Type="http://schemas.openxmlformats.org/officeDocument/2006/relationships/image" Target="/ppt/media/image23.png" Id="Recc6ae14cdf04343" /><Relationship Type="http://schemas.openxmlformats.org/officeDocument/2006/relationships/notesSlide" Target="/ppt/notesSlides/notesSlide23.xml" Id="R4b06a408aef14fb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35dd5369b0490e" /><Relationship Type="http://schemas.openxmlformats.org/officeDocument/2006/relationships/image" Target="/ppt/media/image24.png" Id="R1c4ef8723a5f4186" /><Relationship Type="http://schemas.openxmlformats.org/officeDocument/2006/relationships/notesSlide" Target="/ppt/notesSlides/notesSlide24.xml" Id="R3ad975e31bad423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DACEBB7-BE14-4ABD-8C9A-13C4DC0C8E9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0" y="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">
                <a:solidFill>
                  <a:srgbClr val="111111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AD75FED6-38D0-DE9C-92C0-6E7FA635581C}" type="slidenum">
              <a:rPr b="0"/>
              <a:t>1</a:t>
            </a:fld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16ceaa04fe4206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4525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EA98A6C-F793-4D44-9D58-DFA7782956F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0" y="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">
                <a:solidFill>
                  <a:srgbClr val="111111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E2598689-54C9-18A7-3A19-ED76AA08988F}" type="slidenum">
              <a:rPr b="0"/>
              <a:t>2</a:t>
            </a:fld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827479072349e8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73811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7897DA4-D2D0-4937-B6D7-62CC12BBB8F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0" y="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">
                <a:solidFill>
                  <a:srgbClr val="111111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202359C0-8A7A-196E-DD58-8E6569619F09}" type="slidenum">
              <a:rPr b="0"/>
              <a:t>3</a:t>
            </a:fld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bc27b1d8474e5b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89069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7897DA4-D2D0-4937-B6D7-62CC12BBB8F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0" y="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">
                <a:solidFill>
                  <a:srgbClr val="111111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EFD6AB9A-5F9E-5F59-51AB-3C8734130965}" type="slidenum">
              <a:rPr b="0"/>
              <a:t>4</a:t>
            </a:fld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20007706db4240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89069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19ACEC5-679D-4A5C-ACAC-22FA42C60E3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0" y="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">
                <a:solidFill>
                  <a:srgbClr val="111111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EE5B3003-2C54-13C6-9832-7637201064DE}" type="slidenum">
              <a:rPr b="0"/>
              <a:t>5</a:t>
            </a:fld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5fef95d41246fb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47751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34A5268-E319-48B7-B338-68A4585E867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0" y="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">
                <a:solidFill>
                  <a:srgbClr val="111111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8C630A04-5A25-9E0C-9436-126091DB86B3}" type="slidenum">
              <a:rPr b="0"/>
              <a:t>6</a:t>
            </a:fld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312ecc13d44fb4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8450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34A5268-E319-48B7-B338-68A4585E867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0" y="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">
                <a:solidFill>
                  <a:srgbClr val="111111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D3D7D1C8-AE23-AA48-DF65-C742588DBE47}" type="slidenum">
              <a:rPr b="0"/>
              <a:t>7</a:t>
            </a:fld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92461b4dba49e7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8450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9EB3D796-00FF-4ED4-B9C0-52F00251C7C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0" y="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">
                <a:solidFill>
                  <a:srgbClr val="111111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BA58DA2A-B818-18A9-29C1-B697728D5BCE}" type="slidenum">
              <a:rPr b="0"/>
              <a:t>8</a:t>
            </a:fld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44be98b59d4d73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04161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E5897E8-855F-4E51-803F-D4365DCBFA6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0" y="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">
                <a:solidFill>
                  <a:srgbClr val="111111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388657AE-30A1-5A7A-6A7F-315D84436430}" type="slidenum">
              <a:rPr b="0"/>
              <a:t>9</a:t>
            </a:fld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1857bbfc4c4bb5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42208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E5897E8-855F-4E51-803F-D4365DCBFA6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0" y="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">
                <a:solidFill>
                  <a:srgbClr val="111111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DB7BEEEC-A170-5376-2B6E-CB54687B0CB1}" type="slidenum">
              <a:rPr b="0"/>
              <a:t>10</a:t>
            </a:fld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dcf69ad24a4d92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42208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906FA751-8C36-4688-80FF-136E8D2EE634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0" y="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">
                <a:solidFill>
                  <a:srgbClr val="111111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30394428-F1DC-E5F6-DB0C-7DE31F3D8A23}" type="slidenum">
              <a:rPr b="0"/>
              <a:t>11</a:t>
            </a:fld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a2a9158b194796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9986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F3A4BCE8-5338-4961-83DD-88DE000CB94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0" y="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">
                <a:solidFill>
                  <a:srgbClr val="111111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4DB16885-0D3F-A391-B669-3211DB3B26E8}" type="slidenum">
              <a:rPr b="0"/>
              <a:t>12</a:t>
            </a:fld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850500503c41da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11673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F3A4BCE8-5338-4961-83DD-88DE000CB94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0" y="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">
                <a:solidFill>
                  <a:srgbClr val="111111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2DD23107-4986-8758-3A93-3D74F35908CC}" type="slidenum">
              <a:rPr b="0"/>
              <a:t>13</a:t>
            </a:fld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4b589ccce54346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11673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5E1ACED-F307-495E-9FF2-62A8ACCA611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0" y="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">
                <a:solidFill>
                  <a:srgbClr val="111111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327921A4-25C4-3DB4-06B1-32693CEE2241}" type="slidenum">
              <a:rPr b="0"/>
              <a:t>14</a:t>
            </a:fld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757ef989fe41d7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81900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9143C7A-500E-40BF-98A8-A1F8143E5FE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0" y="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">
                <a:solidFill>
                  <a:srgbClr val="111111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EA83FA91-883A-0168-8075-96CEB9DCA3C2}" type="slidenum">
              <a:rPr b="0"/>
              <a:t>15</a:t>
            </a:fld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fe4fd4d0be4205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6512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9143C7A-500E-40BF-98A8-A1F8143E5FE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0" y="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">
                <a:solidFill>
                  <a:srgbClr val="111111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DC9C7607-4BA3-B4DC-A00F-2E67A9FCFF7E}" type="slidenum">
              <a:rPr b="0"/>
              <a:t>16</a:t>
            </a:fld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b8e0ad369b4cda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6512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5FB0165-53EE-460D-8FA3-2B3C1A63ECA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0" y="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">
                <a:solidFill>
                  <a:srgbClr val="111111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90F7333B-44AC-F7E9-D49D-FE92F45E0477}" type="slidenum">
              <a:rPr b="0"/>
              <a:t>17</a:t>
            </a:fld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21bf6b6c9d4d76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74363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5FCF1A5-6979-4501-AEDE-72EA764CC09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0" y="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">
                <a:solidFill>
                  <a:srgbClr val="111111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B1C6C81E-38B9-7560-621D-5A151A79DF9B}" type="slidenum">
              <a:rPr b="0"/>
              <a:t>18</a:t>
            </a:fld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548b7673e548e7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505214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5FCF1A5-6979-4501-AEDE-72EA764CC09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0" y="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">
                <a:solidFill>
                  <a:srgbClr val="111111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CCF91274-D221-1BB4-3BF9-836E3AD31EBE}" type="slidenum">
              <a:rPr b="0"/>
              <a:t>19</a:t>
            </a:fld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596c54439543ae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505214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6F9DE28-D334-4CA3-AA5D-508DAC4639A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0" y="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">
                <a:solidFill>
                  <a:srgbClr val="111111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844E025A-983C-6D44-79C6-4612AACD43FC}" type="slidenum">
              <a:rPr b="0"/>
              <a:t>20</a:t>
            </a:fld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ca22d93d39475c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250898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35645D4-76E6-4A29-8C97-7B17CD16129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0" y="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">
                <a:solidFill>
                  <a:srgbClr val="111111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6DF2BE2-2DFA-1C03-677D-BDC2260D6D92}" type="slidenum">
              <a:rPr b="0"/>
              <a:t>21</a:t>
            </a:fld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a40eb187cc476d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295316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35645D4-76E6-4A29-8C97-7B17CD16129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0" y="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">
                <a:solidFill>
                  <a:srgbClr val="111111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0BB18BA8-60F4-C50D-CD9B-1BB87D3E8506}" type="slidenum">
              <a:rPr b="0"/>
              <a:t>22</a:t>
            </a:fld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fb82bb00484578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295316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A91880F7-7E82-4522-A9FB-8F5395E7912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0" y="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">
                <a:solidFill>
                  <a:srgbClr val="111111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A4E99CEF-AF55-BA3C-ADF8-4E52E186DD8F}" type="slidenum">
              <a:rPr b="0"/>
              <a:t>23</a:t>
            </a:fld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c6ae14cdf04343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082116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A6FE7499-4B73-4211-B589-A2D5526B92A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0" y="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">
                <a:solidFill>
                  <a:srgbClr val="111111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4A59AF09-D197-0193-A7DE-FAAF0B691058}" type="slidenum">
              <a:rPr b="0"/>
              <a:t>24</a:t>
            </a:fld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4ef8723a5f4186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94760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arlow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arlow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2026-07-26T19:19:21.5100000Z</dcterms:created>
  <dcterms:modified xsi:type="dcterms:W3CDTF">2026-07-26T19:19:21.5100000Z</dcterms:modified>
</coreProperties>
</file>