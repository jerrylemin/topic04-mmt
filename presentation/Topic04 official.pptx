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BLEED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I~1\AppData\Local\Temp\codex-presentations\topic04-short\qa\slide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">
                <a:solidFill>
                  <a:srgbClr val="11111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Topic04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Sáu lỗ hổng, một ranh giới niềm tin</dc:title>
  <dc:subject>Sáu lab bảo mật ứng dụng web</dc:subject>
  <dc:creator>Lê Minh (21127645); Nguyễn Vũ Bách (21127224)</dc:creator>
  <cp:lastModifiedBy>Lê Minh (21127645); Nguyễn Vũ Bách (21127224)</cp:lastModifiedBy>
  <cp:revision>1</cp:revision>
  <dcterms:created xsi:type="dcterms:W3CDTF">2026-07-19T11:49:59Z</dcterms:created>
  <dcterms:modified xsi:type="dcterms:W3CDTF">2026-07-19T11:49:59Z</dcterms:modified>
</cp:coreProperties>
</file>